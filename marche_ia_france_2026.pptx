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Marché de l'emploi IA en France (2026)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28090"/>
                </a:solidFill>
              </a:rPr>
              <a:t>combien ça paie ?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2743200" y="3291840"/>
            <a:ext cx="365760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0F4FF"/>
                </a:solidFill>
              </a:rPr>
              <a:t>Une veille sur les salaires, profils et opportunités en 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D700"/>
                </a:solidFill>
              </a:rPr>
              <a:t>1/15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2/15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Un marché qui recrute vraiment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Marché IA : de 42 k€ à 150 k€+ selon rôle et séniorité en France.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Salaire médian IA autour de 55–60 k€.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Les rôles GenAI / MLOps / Prompt sont clairement dans le haut du panier.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E2761"/>
                </a:solidFill>
              </a:rPr>
              <a:t>Marché de l'emploi IA en France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3/15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Volume d'offres : chiffres clés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900+ offres "AI Engineer" en France sur Indeed en 2026.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600+ offres "Ingénieur IA" sur Hellowork.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400+ offres liées à RAG/LLM et 200+ pour "Prompt Engineer".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E2761"/>
                </a:solidFill>
              </a:rPr>
              <a:t>Marché de l'emploi IA en France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4/15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Pourquoi ces salaires montent 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Explosion des cas d'usage LLM/RAG depuis 2023.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Manque de profils capables de mettre en prod et monitorer.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Nouvelle demande sur agents IA, workflows multi-LLM, GenAI "productisée".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E2761"/>
                </a:solidFill>
              </a:rPr>
              <a:t>Marché de l'emploi IA en France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5/15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Les 4 rôles qui captent la valeur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AI Engineer / ML Engineer : dev produit autour des LLM et de la data.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MLOps Engineer : industrialisation, CI/CD, infra ML, monitoring.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Dev agentique (RAG &amp; Agents) : orchestration multi-agents, outils, mémoire.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880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Prompt Engineer : optimisation fine des LLM, évaluation, quality assurance.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E2761"/>
                </a:solidFill>
              </a:rPr>
              <a:t>Marché de l'emploi IA en France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6/15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AI Engineer : profil dev + LLM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Salaire moyen AI Engineer France ≈ 52 k€ selon Glassdoor.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Ordre de grandeur : 40–50 k€ junior, 50–70 k€ confirmé.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70–100 k€+ pour des seniors capables de mettre en prod des systèmes LLM/RAG.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E2761"/>
                </a:solidFill>
              </a:rPr>
              <a:t>Marché de l'emploi IA en France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7/15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MLOps Engineer : faire tourner la machine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MLOps junior : 45–58 k€, médiane autour de 55 k€.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Confirmé : 55–78 k€, médiane ~65–67 k€.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Senior / Lead : 75–105 k€, jusqu'à 130–180 k€ dans certaines scale-ups.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E2761"/>
                </a:solidFill>
              </a:rPr>
              <a:t>Marché de l'emploi IA en France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8/15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Dev agentique : RAG &amp; multi-agents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Postes "Agentic AI Engineer / RAG &amp; Agents" fortement orientés confirmé/senior.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Confirmé : typiquement 60–90 k€, calé sur AI/MLOps confirmé.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Senior : 90–130 k€+, selon impact produit et périmètre (lead, archi, plateforme).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E2761"/>
                </a:solidFill>
              </a:rPr>
              <a:t>Marché de l'emploi IA en France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9/15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Prompt Engineer : la fusée salariale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Salaire médian Prompt Engineer France ≈ 68 k€ en 2026.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Junior : 45–60 k€ ; confirmé : 60–90 k€.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Senior / Lead : 90–150 k€, certains cas 150–200 k€ en lab IA.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E2761"/>
                </a:solidFill>
              </a:rPr>
              <a:t>Marché de l'emploi IA en France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10/15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Dev aujourd'hui → combien dans 3–5 ans 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Dev "classique" France : souvent 40–50 k€ autour de 2–3 ans d'expérience.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En basculant vers IA/MLOps, viser 60–80 k€ en 3–5 ans est réaliste.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Top profils GenAI/agents montent ensuite vers 90–120 k€+.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E2761"/>
                </a:solidFill>
              </a:rPr>
              <a:t>Marché de l'emploi IA en France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11/15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Remote, hybride, Paris vs régions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10+ offres AI Engineer remote basées en France, selon RemoteRocketship.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Des offres Agentic AI Engineer explicitement remote, parfois international.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Paris garde la densité d'offres, mais Lyon / Toulouse / autres hubs montent.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E2761"/>
                </a:solidFill>
              </a:rPr>
              <a:t>Marché de l'emploi IA en France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12/15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Freelance GenAI : TJM qui pique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TJM Prompt/GenAI souvent entre 600 et 1 200 € / jour.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Équivalent annuel : largement &gt; 120 k€ si bien staffé.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Prime nette pour les missions RAG, agents, migration LLM.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E2761"/>
                </a:solidFill>
              </a:rPr>
              <a:t>Marché de l'emploi IA en France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13/15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Ce qui fait vraiment grimper le salaire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Maîtrise d'un framework LLM : LangChain, LlamaIndex, Semantic Kernel.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Compétences MLOps : Kubernetes, CI/CD, MLflow, monitoring, dérive.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Capacité à évaluer, monitorer et expliquer les comportements LLM.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E2761"/>
                </a:solidFill>
              </a:rPr>
              <a:t>Marché de l'emploi IA en France 2026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14/15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Le vrai différenciateur : la prod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"Avoir fait tourner un POC" : maintenant, tout le monde l'a fait.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Ce qui compte : prod, SLO, logs, métriques d'éval, rollback.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Les annonces AI/MLOps insistent sur industrialisation, qualité et sécurité.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E2761"/>
                </a:solidFill>
              </a:rPr>
              <a:t>Marché de l'emploi IA en France 2026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15/15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Stratégie pour upgrader son salaire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3444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Court terme (6–12 mois) : 1–2 projets concrets GenAI/RAG en side ou interne.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Moyen terme (2–3 ans) : viser AI Engineer / MLOps confirmé 60–80 k€.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86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Long terme (3–5+ ans) : spécialisation agents / Prompt / plateforme, objectif 90–120 k€+.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E2761"/>
                </a:solidFill>
              </a:rPr>
              <a:t>Marché de l'emploi IA en France 2026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En 2026, les LLM paient…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D700"/>
                </a:solidFill>
              </a:rPr>
              <a:t>ceux qui livrent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828800" y="2926080"/>
            <a:ext cx="548640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Les métiers IA sont déjà mieux payés que la moyenne des jobs dev.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La vraie prime est sur les profils qui mettent en prod du GenAI robuste.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Si vous savez coder, c'est une opportunité de +20–40 k€ en quelques années.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0F4FF"/>
                </a:solidFill>
              </a:rPr>
              <a:t>Questions 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2026-06-17T07:24:22Z</dcterms:created>
  <dcterms:modified xsi:type="dcterms:W3CDTF">2026-06-17T07:24:22Z</dcterms:modified>
</cp:coreProperties>
</file>